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0735-3E87-0ADA-6A8D-A829B435D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0A33E-3626-1D81-F881-8C5D86CD7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7273-7D16-DC23-AD57-E047C4E8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3DC63-791C-AE5E-D127-3A9C4005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BB943-9015-CCD7-95DF-66C2327C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7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7A7D-DD35-47CD-0A66-1A061A8D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E3F2-782F-D657-F7FC-815CB702B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44D4-1D98-BDEA-F1D9-0FD66E32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D5BC-626A-0174-7E92-CD29C7A2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EDEF2-BACF-4DD9-1CEE-DB398CBB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6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2C15-6E6B-F288-2435-6B25EA44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C923E-2E7F-0420-214A-BD2F3DA1A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02B3A-C41D-B406-0096-ECFCEBD2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CF78-C379-F028-9D24-B933DA2A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7089D-F93D-D000-24E1-33C72FEC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3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E315-561F-2DBE-7BBC-E73A920A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18070-BA0C-8E5A-0C9B-7D451217E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AA480-A21A-E2C7-3D8A-63567BB9F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3E016-9260-790A-06DE-716B5271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E52D-3DFC-3229-B4FB-C86E079D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14FBB-2B11-DBD3-9A99-CC82B43E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4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AB3E-E78D-CC87-5D58-2866DA32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F76CC-4C10-2226-D967-6C52BD45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62A5B-0184-FCE2-B254-AF05C2FF0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620C6-313B-3199-0E6B-FCAD770D3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D34C0-CF72-CF70-36D2-5A5129D7E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9D1EE-C390-2D44-1E71-E9647BD5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5C3FD-21FE-8B7C-038D-B05C7A5BA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39B28-024E-B58F-67E4-F0ECDAFA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2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C82C-F842-D659-AC21-733D79FC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D556C-5B85-AC0D-5E6B-05897EAD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DDA56-E666-339F-ED2F-A3DCCDD0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53D01-D97C-DB0D-163E-1650F548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3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7FEB-7209-194D-36D6-65B14D83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09058-CD99-802C-7D76-06A5D168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BF3A7-15C7-77A1-585D-E69F6822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B4C4-D2DD-6441-BE99-9C4AD694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B8D2-980C-3D88-F026-72054365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94D4D-1E10-E0F3-3AC3-789259B81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652F5-1543-B812-475A-8C03E301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A3E91-EEC0-94D8-2085-8A9B3755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D0A9B-313C-4067-9ABC-9CA67491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043C-D254-3E84-1509-438F3801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CCC82B-1178-7CE9-93E3-0354E827A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3D423-E966-392E-46DE-88EB5159C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061C9-5688-A102-3037-D776DFDC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C0E17-D65A-832F-CE7B-207D2923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6956A-4C75-C73E-FD8F-8BB1DC76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4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5A25-969C-62CB-DBFC-3939A762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11382-BCF6-CB4B-3AA3-1F8A6D6C0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DA3E4-8B78-3B19-CC14-549B99AE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9A2F5-3C59-0ADB-F2A8-F5EA1273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CE693-81BB-AD78-1962-3F322CC1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5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08780-23BC-84C4-923D-B634B97F9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08B49-F079-0855-7334-E71A65074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398AE-9991-6FC7-968B-C535778D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FD2D-3695-5714-E83D-734EEFA3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AE8FE-56A2-8C59-0183-18F85860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6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5CF19-30BC-4638-FF0D-93AE558C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B6037-6C6E-33B7-A52E-4D07CBD19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543BB-6E68-EB56-6120-F925C7A2A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744A2-3C58-4406-8EB7-44D513968A3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3933-278C-C9F1-F462-E5F6E8686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09050-9CC8-7F32-77A8-5AA3B12D0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5795B-B408-4B52-BA32-9D7F5494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3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videos/search?q=error+handling+in+loadrunner&amp;view=detail&amp;mid=36BBA2AEC5B16802642C36BBA2AEC5B16802642C&amp;ru=%2fsearch%3fq%3derror%2bhandling%2bin%2bloadrunner%26cvid%3d56370f00acae49ecb2542f5b8b3cec13%26gs_lcrp%3dEgRlZGdlKgYIABBFGDkyBggAEEUYOTIGCAEQABhAMgYIAhAAGEAyBggDEAAYQDIGCAQQABhAMgYIBRAAGEAyBggGEAAYQDIGCAcQABhAMgYICBAAGEDSAQg3OTUwajBqOagCCLACAQ%26FORM%3dANAB01%26PC%3dDCTS&amp;mmscn=vwrc&amp;FORM=WRVOR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2D3047F-1491-218B-8041-66690EF79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4968"/>
            <a:ext cx="9360310" cy="5958348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questions</a:t>
            </a:r>
          </a:p>
          <a:p>
            <a:endParaRPr lang="en-US" dirty="0"/>
          </a:p>
          <a:p>
            <a:pPr algn="l"/>
            <a:r>
              <a:rPr lang="en-US" dirty="0"/>
              <a:t>1.How do you check the size of the uploaded file. </a:t>
            </a:r>
            <a:r>
              <a:rPr lang="en-US" dirty="0" err="1"/>
              <a:t>web_get_int_property</a:t>
            </a:r>
            <a:r>
              <a:rPr lang="en-US" dirty="0"/>
              <a:t>(HTTP_INFO_TOTAL_REQUEST_STAT)</a:t>
            </a:r>
          </a:p>
          <a:p>
            <a:pPr algn="l"/>
            <a:r>
              <a:rPr lang="en-US" dirty="0"/>
              <a:t>2.How to do the error handling in </a:t>
            </a:r>
            <a:r>
              <a:rPr lang="en-US" dirty="0" err="1"/>
              <a:t>Loadrunner</a:t>
            </a:r>
            <a:r>
              <a:rPr lang="en-US" dirty="0"/>
              <a:t>.</a:t>
            </a:r>
          </a:p>
          <a:p>
            <a:pPr algn="l"/>
            <a:r>
              <a:rPr lang="en-US" dirty="0">
                <a:hlinkClick r:id="rId2"/>
              </a:rPr>
              <a:t>Bing Videos</a:t>
            </a:r>
            <a:endParaRPr lang="en-US" dirty="0"/>
          </a:p>
          <a:p>
            <a:pPr algn="l"/>
            <a:r>
              <a:rPr lang="en-US" dirty="0"/>
              <a:t>3.What are the challenges faced in </a:t>
            </a:r>
            <a:r>
              <a:rPr lang="en-US" dirty="0" err="1"/>
              <a:t>Loadrunner</a:t>
            </a:r>
            <a:r>
              <a:rPr lang="en-US" dirty="0"/>
              <a:t>  scripting.</a:t>
            </a:r>
          </a:p>
          <a:p>
            <a:pPr algn="l"/>
            <a:r>
              <a:rPr lang="en-US" dirty="0"/>
              <a:t>4.How to send all </a:t>
            </a:r>
            <a:r>
              <a:rPr lang="en-US" dirty="0" err="1"/>
              <a:t>asynchrous</a:t>
            </a:r>
            <a:r>
              <a:rPr lang="en-US" dirty="0"/>
              <a:t> request at once in </a:t>
            </a:r>
            <a:r>
              <a:rPr lang="en-US" dirty="0" err="1"/>
              <a:t>loadrunner</a:t>
            </a:r>
            <a:endParaRPr lang="en-US" dirty="0"/>
          </a:p>
          <a:p>
            <a:pPr algn="l"/>
            <a:r>
              <a:rPr lang="en-US" dirty="0"/>
              <a:t>5.If the token expires after 2 hours how to get the token after 2 hours</a:t>
            </a:r>
          </a:p>
          <a:p>
            <a:pPr algn="l"/>
            <a:r>
              <a:rPr lang="en-US" dirty="0"/>
              <a:t>6.String concatenation in </a:t>
            </a:r>
            <a:r>
              <a:rPr lang="en-US" dirty="0" err="1"/>
              <a:t>loadrunner</a:t>
            </a:r>
            <a:endParaRPr lang="en-US" dirty="0"/>
          </a:p>
          <a:p>
            <a:pPr algn="l"/>
            <a:r>
              <a:rPr lang="en-US" dirty="0"/>
              <a:t>7.How to make parameter in </a:t>
            </a:r>
            <a:r>
              <a:rPr lang="en-US" dirty="0" err="1"/>
              <a:t>loadrunner</a:t>
            </a:r>
            <a:endParaRPr lang="en-US" dirty="0"/>
          </a:p>
          <a:p>
            <a:pPr algn="l"/>
            <a:r>
              <a:rPr lang="en-US" dirty="0"/>
              <a:t>8.Is http 200 is ok to test the response question is in </a:t>
            </a:r>
            <a:r>
              <a:rPr lang="en-US" dirty="0" err="1"/>
              <a:t>loadrunner</a:t>
            </a:r>
            <a:r>
              <a:rPr lang="en-US" dirty="0"/>
              <a:t> we are getting http 200 but it is not creating the records in the </a:t>
            </a:r>
            <a:r>
              <a:rPr lang="en-US" dirty="0" err="1"/>
              <a:t>databse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5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84B4-6FE2-4A7B-6011-DBEFF39C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1322119-54B9-9E37-9CFB-6F2AD90D3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49" y="294968"/>
            <a:ext cx="10146761" cy="6194322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pPr algn="l"/>
            <a:r>
              <a:rPr lang="en-US" dirty="0"/>
              <a:t>String concatenation in </a:t>
            </a:r>
            <a:r>
              <a:rPr lang="en-US" dirty="0" err="1"/>
              <a:t>loadrunner</a:t>
            </a:r>
            <a:endParaRPr lang="en-US" dirty="0"/>
          </a:p>
          <a:p>
            <a:endParaRPr lang="en-US" dirty="0"/>
          </a:p>
          <a:p>
            <a:pPr algn="l"/>
            <a:r>
              <a:rPr lang="en-US" dirty="0"/>
              <a:t>Action() </a:t>
            </a:r>
          </a:p>
          <a:p>
            <a:pPr algn="l"/>
            <a:r>
              <a:rPr lang="en-US" dirty="0"/>
              <a:t>{ </a:t>
            </a:r>
          </a:p>
          <a:p>
            <a:pPr algn="l"/>
            <a:r>
              <a:rPr lang="en-US" dirty="0"/>
              <a:t>	char str1[100] = "Hello, ";</a:t>
            </a:r>
          </a:p>
          <a:p>
            <a:pPr algn="l"/>
            <a:r>
              <a:rPr lang="en-US" dirty="0"/>
              <a:t>	 char str2[] = "World!";</a:t>
            </a:r>
          </a:p>
          <a:p>
            <a:pPr algn="l"/>
            <a:r>
              <a:rPr lang="en-US" dirty="0"/>
              <a:t> 	</a:t>
            </a:r>
            <a:r>
              <a:rPr lang="en-US" dirty="0" err="1"/>
              <a:t>strcat</a:t>
            </a:r>
            <a:r>
              <a:rPr lang="en-US" dirty="0"/>
              <a:t>(str1, str2); // Append str2 to str1</a:t>
            </a:r>
          </a:p>
          <a:p>
            <a:pPr algn="l"/>
            <a:r>
              <a:rPr lang="en-US" dirty="0"/>
              <a:t>	 </a:t>
            </a:r>
            <a:r>
              <a:rPr lang="en-US" dirty="0" err="1"/>
              <a:t>lr_output_message</a:t>
            </a:r>
            <a:r>
              <a:rPr lang="en-US" dirty="0"/>
              <a:t>("Concatenated String: %s", str1);</a:t>
            </a:r>
          </a:p>
          <a:p>
            <a:pPr algn="l"/>
            <a:r>
              <a:rPr lang="en-US" dirty="0"/>
              <a:t> 	return 0;</a:t>
            </a:r>
          </a:p>
          <a:p>
            <a:pPr algn="l"/>
            <a:r>
              <a:rPr lang="en-US" dirty="0"/>
              <a:t> }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AAA66-C102-4989-0CAC-B2DB2F006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A5B69-D100-51B3-BA47-AC2BCAC22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38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DDED-AC5E-7F25-CBFF-983D4B8C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B033E62-36EA-623C-4B9F-74E03BBD5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49" y="294968"/>
            <a:ext cx="10146761" cy="6194322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endParaRPr lang="en-US" dirty="0"/>
          </a:p>
          <a:p>
            <a:pPr algn="l"/>
            <a:r>
              <a:rPr lang="en-US" dirty="0"/>
              <a:t>How do you check the size of the uploaded file</a:t>
            </a:r>
          </a:p>
          <a:p>
            <a:pPr algn="l"/>
            <a:r>
              <a:rPr lang="en-US" dirty="0"/>
              <a:t>Action() </a:t>
            </a:r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	int </a:t>
            </a:r>
            <a:r>
              <a:rPr lang="en-US" dirty="0" err="1"/>
              <a:t>uploadSizeuploadSize</a:t>
            </a:r>
            <a:r>
              <a:rPr lang="en-US" dirty="0"/>
              <a:t> = </a:t>
            </a:r>
            <a:r>
              <a:rPr lang="en-US" dirty="0" err="1"/>
              <a:t>web_get_int_property</a:t>
            </a:r>
            <a:r>
              <a:rPr lang="en-US" dirty="0"/>
              <a:t>(HTTP_INFO_TOTAL_REQUEST_STAT);</a:t>
            </a:r>
          </a:p>
          <a:p>
            <a:r>
              <a:rPr lang="en-US" dirty="0" err="1"/>
              <a:t>lr_output_message</a:t>
            </a:r>
            <a:r>
              <a:rPr lang="en-US" dirty="0"/>
              <a:t>("Upload size: %d bytes", </a:t>
            </a:r>
            <a:r>
              <a:rPr lang="en-US" dirty="0" err="1"/>
              <a:t>uploadSize</a:t>
            </a:r>
            <a:r>
              <a:rPr lang="en-US" dirty="0"/>
              <a:t>);</a:t>
            </a:r>
          </a:p>
          <a:p>
            <a:pPr algn="l"/>
            <a:r>
              <a:rPr lang="en-US" dirty="0"/>
              <a:t> }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D510A8-94F8-4B96-8813-85B871DD5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799C6-7D0D-2577-1F98-D9BDBA490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5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CE5C-BEC0-456F-69FD-DDDD6BAA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ED2F497-C564-72A0-1ADB-6A38F511F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49" y="294968"/>
            <a:ext cx="10146761" cy="6194322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endParaRPr lang="en-US" dirty="0"/>
          </a:p>
          <a:p>
            <a:pPr algn="l"/>
            <a:r>
              <a:rPr lang="en-US" dirty="0"/>
              <a:t>How to send all </a:t>
            </a:r>
            <a:r>
              <a:rPr lang="en-US" dirty="0" err="1"/>
              <a:t>asynchrous</a:t>
            </a:r>
            <a:r>
              <a:rPr lang="en-US" dirty="0"/>
              <a:t> request at once in </a:t>
            </a:r>
            <a:r>
              <a:rPr lang="en-US" dirty="0" err="1"/>
              <a:t>loadrunner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Second, parallel calls are made through </a:t>
            </a:r>
            <a:r>
              <a:rPr lang="en-US" dirty="0" err="1"/>
              <a:t>web_concurrent_start</a:t>
            </a:r>
            <a:r>
              <a:rPr lang="en-US" dirty="0"/>
              <a:t> and </a:t>
            </a:r>
            <a:r>
              <a:rPr lang="en-US" dirty="0" err="1"/>
              <a:t>web_concurrent_end</a:t>
            </a:r>
            <a:r>
              <a:rPr lang="en-US" dirty="0"/>
              <a:t> blocks which are executed concurrently once all functions within the block are successfully registered.</a:t>
            </a:r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7E1AA-47FB-BA13-3A86-4B0B37D5C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0B0B8A-6DC1-AAE5-BC3A-5CEFACE04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6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235E-5396-B4D4-2CDA-B4A9BCB9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1072BCB-2E42-5151-754D-CE335EA23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49" y="294968"/>
            <a:ext cx="10893882" cy="6263148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endParaRPr lang="en-US" dirty="0"/>
          </a:p>
          <a:p>
            <a:pPr algn="l"/>
            <a:r>
              <a:rPr lang="en-US" dirty="0"/>
              <a:t>How to make parameter in </a:t>
            </a:r>
            <a:r>
              <a:rPr lang="en-US" dirty="0" err="1"/>
              <a:t>loadrunner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// Set a parameter value at runtime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lr_save_string</a:t>
            </a:r>
            <a:r>
              <a:rPr lang="en-US" dirty="0"/>
              <a:t>("Hello from </a:t>
            </a:r>
            <a:r>
              <a:rPr lang="en-US" dirty="0" err="1"/>
              <a:t>VuGen</a:t>
            </a:r>
            <a:r>
              <a:rPr lang="en-US" dirty="0"/>
              <a:t>!", "</a:t>
            </a:r>
            <a:r>
              <a:rPr lang="en-US" dirty="0" err="1"/>
              <a:t>MyStringParam</a:t>
            </a:r>
            <a:r>
              <a:rPr lang="en-US" dirty="0"/>
              <a:t>"); </a:t>
            </a:r>
          </a:p>
          <a:p>
            <a:pPr algn="l"/>
            <a:r>
              <a:rPr lang="en-US" dirty="0"/>
              <a:t>// Use the parameter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lr_output_message</a:t>
            </a:r>
            <a:r>
              <a:rPr lang="en-US" dirty="0"/>
              <a:t>("Parameter value: %s", </a:t>
            </a:r>
            <a:r>
              <a:rPr lang="en-US" dirty="0" err="1"/>
              <a:t>lr_eval_string</a:t>
            </a:r>
            <a:r>
              <a:rPr lang="en-US" dirty="0"/>
              <a:t>("{</a:t>
            </a:r>
            <a:r>
              <a:rPr lang="en-US" dirty="0" err="1"/>
              <a:t>MyStringParam</a:t>
            </a:r>
            <a:r>
              <a:rPr lang="en-US" dirty="0"/>
              <a:t>}"));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AB5977-306F-88AF-4445-7A24D178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D30C26-FF9E-74DD-C785-1BE0332EB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19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472B-DDDE-AB14-936F-3BCA2ADF3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2914BEC-FDD6-5324-2D69-038578285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49" y="294968"/>
            <a:ext cx="10893882" cy="6263148"/>
          </a:xfrm>
        </p:spPr>
        <p:txBody>
          <a:bodyPr/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endParaRPr lang="en-US" dirty="0"/>
          </a:p>
          <a:p>
            <a:pPr algn="l"/>
            <a:r>
              <a:rPr lang="en-US" dirty="0"/>
              <a:t>If the token expires after 2 hours how to get the token after 2 hours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// Set a parameter value at runtime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lr_save_string</a:t>
            </a:r>
            <a:r>
              <a:rPr lang="en-US" dirty="0"/>
              <a:t>("Hello from </a:t>
            </a:r>
            <a:r>
              <a:rPr lang="en-US" dirty="0" err="1"/>
              <a:t>VuGen</a:t>
            </a:r>
            <a:r>
              <a:rPr lang="en-US" dirty="0"/>
              <a:t>!", "</a:t>
            </a:r>
            <a:r>
              <a:rPr lang="en-US" dirty="0" err="1"/>
              <a:t>MyStringParam</a:t>
            </a:r>
            <a:r>
              <a:rPr lang="en-US" dirty="0"/>
              <a:t>"); </a:t>
            </a:r>
          </a:p>
          <a:p>
            <a:pPr algn="l"/>
            <a:r>
              <a:rPr lang="en-US" dirty="0"/>
              <a:t>// Use the parameter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lr_output_message</a:t>
            </a:r>
            <a:r>
              <a:rPr lang="en-US" dirty="0"/>
              <a:t>("Parameter value: %s", </a:t>
            </a:r>
            <a:r>
              <a:rPr lang="en-US" dirty="0" err="1"/>
              <a:t>lr_eval_string</a:t>
            </a:r>
            <a:r>
              <a:rPr lang="en-US" dirty="0"/>
              <a:t>("{</a:t>
            </a:r>
            <a:r>
              <a:rPr lang="en-US" dirty="0" err="1"/>
              <a:t>MyStringParam</a:t>
            </a:r>
            <a:r>
              <a:rPr lang="en-US" dirty="0"/>
              <a:t>}"));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9BA190-5848-E996-90AA-EAD599FB6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3BF3D9-5002-73A4-E7C0-B1B839FBB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2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9CDC-7576-1190-0ED1-6077F930A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5D43A44-A618-7B94-14AC-768543FB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04" y="167148"/>
            <a:ext cx="11395327" cy="6390968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Loadrunner</a:t>
            </a:r>
            <a:r>
              <a:rPr lang="en-US" dirty="0"/>
              <a:t> scripting interview question</a:t>
            </a:r>
          </a:p>
          <a:p>
            <a:pPr algn="l"/>
            <a:r>
              <a:rPr lang="en-US" sz="2500" dirty="0"/>
              <a:t>How to do the error handling in </a:t>
            </a:r>
            <a:r>
              <a:rPr lang="en-US" sz="2500" dirty="0" err="1"/>
              <a:t>Loadrunner</a:t>
            </a:r>
            <a:r>
              <a:rPr lang="en-US" sz="2500" dirty="0"/>
              <a:t>.</a:t>
            </a:r>
          </a:p>
          <a:p>
            <a:pPr algn="l"/>
            <a:endParaRPr lang="en-US" sz="2500" dirty="0"/>
          </a:p>
          <a:p>
            <a:pPr algn="l"/>
            <a:r>
              <a:rPr lang="en-US" sz="2500" dirty="0"/>
              <a:t>// Registering the text to find and saving the count in "</a:t>
            </a:r>
            <a:r>
              <a:rPr lang="en-US" sz="2500" dirty="0" err="1"/>
              <a:t>Welcome_Count</a:t>
            </a:r>
            <a:r>
              <a:rPr lang="en-US" sz="2500" dirty="0"/>
              <a:t>"</a:t>
            </a:r>
          </a:p>
          <a:p>
            <a:pPr algn="l"/>
            <a:r>
              <a:rPr lang="en-US" sz="2500" dirty="0" err="1"/>
              <a:t>web_reg_find</a:t>
            </a:r>
            <a:r>
              <a:rPr lang="en-US" sz="2500" dirty="0"/>
              <a:t>("Text=Welcome", "</a:t>
            </a:r>
            <a:r>
              <a:rPr lang="en-US" sz="2500" dirty="0" err="1"/>
              <a:t>SaveCount</a:t>
            </a:r>
            <a:r>
              <a:rPr lang="en-US" sz="2500" dirty="0"/>
              <a:t>=</a:t>
            </a:r>
            <a:r>
              <a:rPr lang="en-US" sz="2500" dirty="0" err="1"/>
              <a:t>Welcome_Count</a:t>
            </a:r>
            <a:r>
              <a:rPr lang="en-US" sz="2500" dirty="0"/>
              <a:t>", LAST);</a:t>
            </a:r>
          </a:p>
          <a:p>
            <a:pPr algn="l"/>
            <a:r>
              <a:rPr lang="en-US" sz="2500" dirty="0"/>
              <a:t>// Making a web request</a:t>
            </a:r>
          </a:p>
          <a:p>
            <a:pPr algn="l"/>
            <a:r>
              <a:rPr lang="en-US" sz="2500" dirty="0" err="1"/>
              <a:t>web_url</a:t>
            </a:r>
            <a:r>
              <a:rPr lang="en-US" sz="2500" dirty="0"/>
              <a:t>("example",</a:t>
            </a:r>
          </a:p>
          <a:p>
            <a:pPr algn="l"/>
            <a:r>
              <a:rPr lang="en-US" sz="2500" dirty="0"/>
              <a:t>"URL=http://example.com",</a:t>
            </a:r>
          </a:p>
          <a:p>
            <a:pPr algn="l"/>
            <a:r>
              <a:rPr lang="en-US" sz="2500" dirty="0"/>
              <a:t>"</a:t>
            </a:r>
            <a:r>
              <a:rPr lang="en-US" sz="2500" dirty="0" err="1"/>
              <a:t>TargetFrame</a:t>
            </a:r>
            <a:r>
              <a:rPr lang="en-US" sz="2500" dirty="0"/>
              <a:t>=",</a:t>
            </a:r>
          </a:p>
          <a:p>
            <a:pPr algn="l"/>
            <a:r>
              <a:rPr lang="en-US" sz="2500" dirty="0"/>
              <a:t>"Resource=0",</a:t>
            </a:r>
          </a:p>
          <a:p>
            <a:pPr algn="l"/>
            <a:r>
              <a:rPr lang="en-US" sz="2500" dirty="0"/>
              <a:t>"</a:t>
            </a:r>
            <a:r>
              <a:rPr lang="en-US" sz="2500" dirty="0" err="1"/>
              <a:t>RecContentType</a:t>
            </a:r>
            <a:r>
              <a:rPr lang="en-US" sz="2500" dirty="0"/>
              <a:t>=text/html",</a:t>
            </a:r>
          </a:p>
          <a:p>
            <a:pPr algn="l"/>
            <a:r>
              <a:rPr lang="en-US" sz="2500" dirty="0"/>
              <a:t>"</a:t>
            </a:r>
            <a:r>
              <a:rPr lang="en-US" sz="2500" dirty="0" err="1"/>
              <a:t>Referer</a:t>
            </a:r>
            <a:r>
              <a:rPr lang="en-US" sz="2500" dirty="0"/>
              <a:t>=",</a:t>
            </a:r>
          </a:p>
          <a:p>
            <a:pPr algn="l"/>
            <a:r>
              <a:rPr lang="en-US" sz="2500" dirty="0"/>
              <a:t>"Snapshot=t1.inf",</a:t>
            </a:r>
          </a:p>
          <a:p>
            <a:pPr algn="l"/>
            <a:r>
              <a:rPr lang="en-US" sz="2500" dirty="0"/>
              <a:t>"Mode=HTML",</a:t>
            </a:r>
          </a:p>
          <a:p>
            <a:pPr algn="l"/>
            <a:r>
              <a:rPr lang="en-US" sz="2500" dirty="0"/>
              <a:t>LAST);</a:t>
            </a:r>
          </a:p>
          <a:p>
            <a:pPr algn="l"/>
            <a:endParaRPr lang="en-US" sz="2500" dirty="0"/>
          </a:p>
          <a:p>
            <a:pPr algn="l"/>
            <a:r>
              <a:rPr lang="en-US" sz="2500" dirty="0"/>
              <a:t>// Using the saved count for conditional logic</a:t>
            </a:r>
          </a:p>
          <a:p>
            <a:pPr algn="l"/>
            <a:r>
              <a:rPr lang="en-US" sz="2500" dirty="0"/>
              <a:t>if (</a:t>
            </a:r>
            <a:r>
              <a:rPr lang="en-US" sz="2500" dirty="0" err="1"/>
              <a:t>atoi</a:t>
            </a:r>
            <a:r>
              <a:rPr lang="en-US" sz="2500" dirty="0"/>
              <a:t>(</a:t>
            </a:r>
            <a:r>
              <a:rPr lang="en-US" sz="2500" dirty="0" err="1"/>
              <a:t>lr_eval_string</a:t>
            </a:r>
            <a:r>
              <a:rPr lang="en-US" sz="2500" dirty="0"/>
              <a:t>("{</a:t>
            </a:r>
            <a:r>
              <a:rPr lang="en-US" sz="2500" dirty="0" err="1"/>
              <a:t>Welcome_Count</a:t>
            </a:r>
            <a:r>
              <a:rPr lang="en-US" sz="2500" dirty="0"/>
              <a:t>}")) &gt; 0) {</a:t>
            </a:r>
          </a:p>
          <a:p>
            <a:pPr algn="l"/>
            <a:r>
              <a:rPr lang="en-US" sz="2500" dirty="0" err="1"/>
              <a:t>lr_output_message</a:t>
            </a:r>
            <a:r>
              <a:rPr lang="en-US" sz="2500" dirty="0"/>
              <a:t>("Login successful.");</a:t>
            </a:r>
          </a:p>
          <a:p>
            <a:pPr algn="l"/>
            <a:r>
              <a:rPr lang="en-US" sz="2500" dirty="0"/>
              <a:t>} else {</a:t>
            </a:r>
          </a:p>
          <a:p>
            <a:pPr algn="l"/>
            <a:r>
              <a:rPr lang="en-US" sz="2500" dirty="0" err="1"/>
              <a:t>lr_error_message</a:t>
            </a:r>
            <a:r>
              <a:rPr lang="en-US" sz="2500" dirty="0"/>
              <a:t>("Login failed");</a:t>
            </a:r>
          </a:p>
          <a:p>
            <a:pPr algn="l"/>
            <a:r>
              <a:rPr lang="en-US" sz="2500" dirty="0"/>
              <a:t>}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3E63ED-83C4-7C0F-A1C6-E2DFFA3B8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1B49BD-355E-F07D-4CB0-A50112B1F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598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581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Shashidhar Shivaramaiah</dc:creator>
  <cp:lastModifiedBy>Shashidhar Shivaramaiah</cp:lastModifiedBy>
  <cp:revision>1</cp:revision>
  <dcterms:created xsi:type="dcterms:W3CDTF">2026-01-28T03:21:53Z</dcterms:created>
  <dcterms:modified xsi:type="dcterms:W3CDTF">2026-01-28T03:46:33Z</dcterms:modified>
</cp:coreProperties>
</file>